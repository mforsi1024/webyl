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3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197ACA-DC0E-4316-4B54-D9981D991A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8000" b="1" dirty="0">
                <a:latin typeface="Arial Black" panose="020B0A04020102020204" pitchFamily="34" charset="0"/>
                <a:cs typeface="Arial" panose="020B0604020202020204" pitchFamily="34" charset="0"/>
              </a:rPr>
              <a:t>Переводчик сленга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AEA9BF-C034-901D-1DBE-383E83F4D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628572"/>
            <a:ext cx="8637072" cy="977621"/>
          </a:xfrm>
        </p:spPr>
        <p:txBody>
          <a:bodyPr>
            <a:noAutofit/>
          </a:bodyPr>
          <a:lstStyle/>
          <a:p>
            <a:r>
              <a:rPr lang="ru-RU" sz="2800" b="1" dirty="0" err="1">
                <a:latin typeface="Nunito Black" pitchFamily="2" charset="-52"/>
                <a:cs typeface="Arial" panose="020B0604020202020204" pitchFamily="34" charset="0"/>
              </a:rPr>
              <a:t>Магай</a:t>
            </a:r>
            <a:r>
              <a:rPr lang="ru-RU" sz="2800" b="1" dirty="0">
                <a:latin typeface="Nunito Black" pitchFamily="2" charset="-52"/>
                <a:cs typeface="Arial" panose="020B0604020202020204" pitchFamily="34" charset="0"/>
              </a:rPr>
              <a:t> Григорий</a:t>
            </a:r>
          </a:p>
          <a:p>
            <a:r>
              <a:rPr lang="ru-RU" sz="2800" b="1" dirty="0">
                <a:latin typeface="Nunito Black" pitchFamily="2" charset="-52"/>
                <a:cs typeface="Arial" panose="020B0604020202020204" pitchFamily="34" charset="0"/>
              </a:rPr>
              <a:t>Каракозов Матвей</a:t>
            </a:r>
          </a:p>
        </p:txBody>
      </p:sp>
    </p:spTree>
    <p:extLst>
      <p:ext uri="{BB962C8B-B14F-4D97-AF65-F5344CB8AC3E}">
        <p14:creationId xmlns:p14="http://schemas.microsoft.com/office/powerpoint/2010/main" val="2177970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9B1DBF-CA76-F9D4-DC77-262BF1A1B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250" y="3805114"/>
            <a:ext cx="3968750" cy="305288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5963A-32AE-C4E5-A95C-5F16671B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b="1" dirty="0">
                <a:latin typeface="Arial Black" panose="020B0A04020102020204" pitchFamily="34" charset="0"/>
                <a:cs typeface="Arial" panose="020B0604020202020204" pitchFamily="34" charset="0"/>
              </a:rPr>
              <a:t>Описание функционала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14109E-FCBE-98D4-D26B-8E648F415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1) Образовательный</a:t>
            </a:r>
          </a:p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2) Информационный ресурс</a:t>
            </a:r>
          </a:p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3) Исследование развития языка и выявление тенденций</a:t>
            </a:r>
          </a:p>
        </p:txBody>
      </p:sp>
    </p:spTree>
    <p:extLst>
      <p:ext uri="{BB962C8B-B14F-4D97-AF65-F5344CB8AC3E}">
        <p14:creationId xmlns:p14="http://schemas.microsoft.com/office/powerpoint/2010/main" val="1483530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7E2778-DFB5-D46D-FAB3-63948F72C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>
                <a:latin typeface="Arial Black" panose="020B0A04020102020204" pitchFamily="34" charset="0"/>
                <a:cs typeface="Arial" panose="020B0604020202020204" pitchFamily="34" charset="0"/>
              </a:rPr>
              <a:t>Структура навыка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1F5FEE-EE90-677F-B0AC-054731325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1) Серверная часть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2) Алгоритм навыка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3) База данных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4) Подключение нейросети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5) Главный файл (собирает всё вместе)</a:t>
            </a:r>
          </a:p>
        </p:txBody>
      </p:sp>
    </p:spTree>
    <p:extLst>
      <p:ext uri="{BB962C8B-B14F-4D97-AF65-F5344CB8AC3E}">
        <p14:creationId xmlns:p14="http://schemas.microsoft.com/office/powerpoint/2010/main" val="3351076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CBDB61-D6F2-9E8E-57EC-6003242F0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5550" y="225312"/>
            <a:ext cx="5387696" cy="839766"/>
          </a:xfrm>
        </p:spPr>
        <p:txBody>
          <a:bodyPr>
            <a:noAutofit/>
          </a:bodyPr>
          <a:lstStyle/>
          <a:p>
            <a:pPr algn="r"/>
            <a:r>
              <a:rPr lang="ru-RU" sz="4800" dirty="0">
                <a:latin typeface="Arial Black" panose="020B0A04020102020204" pitchFamily="34" charset="0"/>
              </a:rPr>
              <a:t> </a:t>
            </a:r>
            <a:r>
              <a:rPr lang="ru-RU" sz="4800" b="1" dirty="0">
                <a:latin typeface="Arial Black" panose="020B0A04020102020204" pitchFamily="34" charset="0"/>
                <a:cs typeface="Arial" panose="020B0604020202020204" pitchFamily="34" charset="0"/>
              </a:rPr>
              <a:t>Блок-схема алгоритма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6699C1-2D73-51A3-3E2A-FDA215153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6" y="225312"/>
            <a:ext cx="6232120" cy="589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42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2A2DAA0-67CA-B5C1-E5CA-FB12D0D98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629" y="2139069"/>
            <a:ext cx="3752850" cy="34671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19C3655-C425-5558-9136-F0DE63B55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22" y="2139069"/>
            <a:ext cx="4210050" cy="2790825"/>
          </a:xfrm>
          <a:prstGeom prst="rect">
            <a:avLst/>
          </a:prstGeom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19C90233-0D00-50C2-E5D1-04A2F280B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ru-RU" sz="4800" b="1" dirty="0">
                <a:latin typeface="Arial Black" panose="020B0A04020102020204" pitchFamily="34" charset="0"/>
                <a:cs typeface="Arial" panose="020B0604020202020204" pitchFamily="34" charset="0"/>
              </a:rPr>
              <a:t>Примеры работы</a:t>
            </a:r>
          </a:p>
        </p:txBody>
      </p:sp>
    </p:spTree>
    <p:extLst>
      <p:ext uri="{BB962C8B-B14F-4D97-AF65-F5344CB8AC3E}">
        <p14:creationId xmlns:p14="http://schemas.microsoft.com/office/powerpoint/2010/main" val="3941822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E0F7E-9DA9-A170-B6B8-948BBA903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>
                <a:latin typeface="Arial Black" panose="020B0A04020102020204" pitchFamily="34" charset="0"/>
                <a:cs typeface="Arial" panose="020B0604020202020204" pitchFamily="34" charset="0"/>
              </a:rPr>
              <a:t>Примеры работы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B3B497DD-A55F-B1D9-AA94-3F9D6A9622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1953074"/>
            <a:ext cx="4476750" cy="16383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01A4DFD-E3B7-8A89-1122-9A5D02308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73" y="1953074"/>
            <a:ext cx="4648200" cy="178117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5C24283-B699-2640-9991-A7D36FCD1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579" y="3806676"/>
            <a:ext cx="4476750" cy="15240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037DDE7-CE6F-66D5-CC60-BB0F7D24AB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3216" y="3929816"/>
            <a:ext cx="4457700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635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0ECFD-250C-73F6-75F6-663C0A710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>
                <a:latin typeface="Arial Black" panose="020B0A04020102020204" pitchFamily="34" charset="0"/>
                <a:cs typeface="Arial" panose="020B0604020202020204" pitchFamily="34" charset="0"/>
              </a:rPr>
              <a:t>База данных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EBE8FC1-4985-37D4-E74F-FE038B224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174" y="2755900"/>
            <a:ext cx="8591879" cy="248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031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88033-A7C5-0FD6-9D7D-9CA484205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>
                <a:latin typeface="Arial Black" panose="020B0A04020102020204" pitchFamily="34" charset="0"/>
                <a:cs typeface="Arial" panose="020B0604020202020204" pitchFamily="34" charset="0"/>
              </a:rPr>
              <a:t>Варианты развития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C33F48-1100-8121-DE2F-B89944D55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589" y="2035174"/>
            <a:ext cx="6644821" cy="465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397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9BDCAC3-9445-76E6-AD7F-8062A27AD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73384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{57572D34-933D-4F6A-B149-417A0DA8F38A}TFc986dd65-aaf0-4d5c-bef9-9c391ee05f7b5669cfdc-fe16c7d7e3cd</Template>
  <TotalTime>208</TotalTime>
  <Words>61</Words>
  <Application>Microsoft Office PowerPoint</Application>
  <PresentationFormat>Widescreen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Gill Sans MT</vt:lpstr>
      <vt:lpstr>Nunito Black</vt:lpstr>
      <vt:lpstr>Галерея</vt:lpstr>
      <vt:lpstr>Переводчик сленга</vt:lpstr>
      <vt:lpstr>Описание функционала</vt:lpstr>
      <vt:lpstr>Структура навыка</vt:lpstr>
      <vt:lpstr> Блок-схема алгоритма</vt:lpstr>
      <vt:lpstr>Примеры работы</vt:lpstr>
      <vt:lpstr>Примеры работы</vt:lpstr>
      <vt:lpstr>База данных</vt:lpstr>
      <vt:lpstr>Варианты развития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GRISHA</dc:creator>
  <cp:lastModifiedBy>Мария Гнойная</cp:lastModifiedBy>
  <cp:revision>4</cp:revision>
  <dcterms:created xsi:type="dcterms:W3CDTF">2026-05-15T17:29:59Z</dcterms:created>
  <dcterms:modified xsi:type="dcterms:W3CDTF">2026-05-16T13:28:26Z</dcterms:modified>
</cp:coreProperties>
</file>